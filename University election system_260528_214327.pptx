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33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0"/>
            <a:ext cx="23749000" cy="13347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"/>
            <a:ext cx="23749000" cy="13347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7000"/>
            <a:ext cx="23749000" cy="13347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0"/>
            <a:ext cx="23749000" cy="13347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27000"/>
            <a:ext cx="23749000" cy="13347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3347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27000"/>
            <a:ext cx="23749000" cy="13347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3347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